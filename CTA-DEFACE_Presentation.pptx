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CTA-DEFACE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0078D7"/>
                </a:solidFill>
              </a:defRPr>
            </a:pPr>
            <a:r>
              <a:t>Protecting Patient Privacy in Medical Imaging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82880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</a:defRPr>
            </a:pPr>
            <a:r>
              <a:t>🎯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• Medical imaging reveals identifiable facial features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• Doctors need to share images for research and teaching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• Traditional anonymization removes all clinical data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• Challenge: Remove faces while keeping patient information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82880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</a:defRPr>
            </a:pPr>
            <a:r>
              <a:t>🧠 Introducing CTA-DEFACE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✓ Automatically removes facial anatomy from CT scans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✓ Keeps all patient information intact (ID, dates, etc.)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✓ Fast and easy to use—no special expertise needed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✓ Works on standard computers without expensive GPUs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✓ Data stays on your computer—complete privacy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82880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</a:defRPr>
            </a:pPr>
            <a:r>
              <a:t>🔬 How It Actually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Step 1: Read DICOM images from a folder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Step 2: AI identifies facial structures in the scan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Step 3: Removes or obscures facial region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Step 4: Save defaced images in original format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Result: Faces removed, clinical data preserved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82880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</a:defRPr>
            </a:pPr>
            <a:r>
              <a:t>💻 Getting CTA-DEFACE 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Windows &amp; Linux: Same simple process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1. Download Git &amp; Python 3.12 (~15 min)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2. Run one setup command (~15 min)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3. Ready to use!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Total Time: About 30 minutes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82880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</a:defRPr>
            </a:pPr>
            <a:r>
              <a:t>▶️ Using CTA-DEFACE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Step 1: Create folder 'dicom_input' and add your scans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Step 2: Run: python cta_deface_pipeline_multi2.py -i dicom_input -o dicom_output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Step 3: Retrieve defaced scans from 'dicom_output' folder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Processing Time: 2-5 minutes per scan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⏱️ Speed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8D7"/>
                </a:solidFill>
              </a:defRPr>
            </a:pPr>
            <a:r>
              <a:t>Manual Defacing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8D7"/>
                </a:solidFill>
              </a:defRPr>
            </a:pPr>
            <a:r>
              <a:t>Automated (CTA-DEFACE)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Pick each image individually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Manually paint over faces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Verify quality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15-30 min per scan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50 cases = 12-25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Point to folder of images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Run one command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Computer works overnight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2-5 min per scan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50 cases = 2-4 hours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82880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</a:defRPr>
            </a:pPr>
            <a:r>
              <a:t>🔐 Security &amp;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• All processing happens on YOUR computer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• No data sent to cloud or external servers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• Original data never modified—completely safe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• HIPAA compliant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• You maintain complete 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82880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</a:defRPr>
            </a:pPr>
            <a:r>
              <a:t>✅ Key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🚀 Speed: Process 50 scans in hours instead of days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💰 Cost: Free and open-source, no licenses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🔒 Security: Data stays local and protected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😊 Ease: One command, no training required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📋 Clinical Data: Preserves all medical information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82880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</a:defRPr>
            </a:pPr>
            <a:r>
              <a:t>🤔 Common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Q: Is this legal for healthcare? A: Yes, designed for HIPAA.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Q: Can it damage scans? A: No. Original files stay safe.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Q: How accurate? A: Trained on 1000+ real CT scans.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Q: Can I test first? A: Yes. Sample data included.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82880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</a:defRPr>
            </a:pPr>
            <a:r>
              <a:t>🚀 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1. Try it yourself (30 minutes with sample data)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2. Discuss with your team about privacy needs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3. Pilot program: Process small batch of real cases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4. Have radiologist review results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5. Full deployment if results look good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182880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</a:defRPr>
            </a:pPr>
            <a:r>
              <a:t>📌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CTA-DEFACE removes facial features from medical images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Keeps all clinical data and patient information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Works on any computer without expensive hardware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Data stays completely under your control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Ready to use in 30 minutes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0078D7"/>
                </a:solidFill>
              </a:defRPr>
            </a:pPr>
            <a:r>
              <a:t>Let's discuss how CTA-DEFACE can help your organization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